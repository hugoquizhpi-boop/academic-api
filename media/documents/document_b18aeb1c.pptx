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Informe Académico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Documento generado automáticamente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Este trabajo analiza los sistemas distribuidos mod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Este trabajo analiza los sistemas distribuidos modernos.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Metodología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 utilizó una revisión sistemática de literatura.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 utilizó una revisión sistemática de literatura.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Conclusiones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resultados muestran una mejora del 40% en 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Los resultados muestran una mejora del 40% en rendimiento.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